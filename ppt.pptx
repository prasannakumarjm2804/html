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11"/>
  </p:notesMasterIdLst>
  <p:handoutMasterIdLst>
    <p:handoutMasterId r:id="rId12"/>
  </p:handoutMasterIdLst>
  <p:sldIdLst>
    <p:sldId id="442" r:id="rId4"/>
    <p:sldId id="728" r:id="rId5"/>
    <p:sldId id="746" r:id="rId6"/>
    <p:sldId id="730" r:id="rId7"/>
    <p:sldId id="731" r:id="rId8"/>
    <p:sldId id="736" r:id="rId9"/>
    <p:sldId id="725" r:id="rId10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ram Yadav" initials="SY" lastIdx="1" clrIdx="0">
    <p:extLst>
      <p:ext uri="{19B8F6BF-5375-455C-9EA6-DF929625EA0E}">
        <p15:presenceInfo xmlns:p15="http://schemas.microsoft.com/office/powerpoint/2012/main" userId="11ecc7d3f84f4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FF0066"/>
    <a:srgbClr val="0000FF"/>
    <a:srgbClr val="FF3399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8" autoAdjust="0"/>
    <p:restoredTop sz="94394" autoAdjust="0"/>
  </p:normalViewPr>
  <p:slideViewPr>
    <p:cSldViewPr>
      <p:cViewPr varScale="1">
        <p:scale>
          <a:sx n="66" d="100"/>
          <a:sy n="66" d="100"/>
        </p:scale>
        <p:origin x="11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7A49BD9-C15B-4CCE-BA8B-28A7138E7D46}" type="datetime3">
              <a:rPr lang="en-US" smtClean="0"/>
              <a:pPr>
                <a:defRPr/>
              </a:pPr>
              <a:t>8 August 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 dirty="0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45701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45AF635-11AF-450F-B773-692E6CB212DF}" type="datetime3">
              <a:rPr lang="en-US" smtClean="0"/>
              <a:pPr>
                <a:defRPr/>
              </a:pPr>
              <a:t>8 August 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28" tIns="47864" rIns="95728" bIns="4786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5728" tIns="47864" rIns="95728" bIns="4786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4920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AF8618D-51AD-40EB-86A2-24DEC409AC1E}" type="datetime3">
              <a:rPr lang="en-US" smtClean="0"/>
              <a:pPr>
                <a:defRPr/>
              </a:pPr>
              <a:t>8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D5A1-37CC-4B13-9F17-5059BEF349E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7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11EB-544A-4405-9B07-930EC371C035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568E9-B9E9-4171-B614-6B8CD7508211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F4348-0461-4A32-B5EC-44A54333EEB4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54709-D76C-492B-9E83-DA5CE41081DB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5A5D3-A5C5-41BC-AC1B-78376003971C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4A47-561E-465A-A6B1-ADF332ABEB53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29B9D-76A3-483C-9F6A-540A7409809D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E52A7-64DF-4833-A86F-A3F47E2AC27C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4E39E-479B-4003-953E-8F945459897C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6DFE3-E17F-466C-8AC1-52E2468DF967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95922-CB65-4694-88E1-0389563862D8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FD4F-3980-456F-B545-8D53309EA37E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5EB8F-F371-4484-A84C-21A1B01158C7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79A4-C0B2-4C81-A4FB-1E5B80AD0B49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2897-C65B-406D-A588-744D383CA7DE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1FA1-8458-4129-924B-7532EDD86147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E24D-4434-424D-9C75-6E46573DFD75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143-239B-42CE-BE0F-55E3CD594915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D920-F682-4A55-B63F-48C8F1CC1283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7B04-B5F9-4630-A128-87B4B92EA18E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A310-130A-439C-B3E5-0906939592AC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05B-E5CC-4464-9BB7-7BCCF84A07E4}" type="datetime5">
              <a:rPr lang="en-US" smtClean="0"/>
              <a:pPr/>
              <a:t>8-Aug-24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573B2-5186-4EA1-B709-D1438BA10970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369F-A3ED-4071-A75D-258CD23F1EC5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E41D-AD20-4582-96A9-26AE005D4E42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45C0-2AC4-4702-9C85-BED29F3D5C77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8E6B-3CEE-468F-BE48-CC50E9D8E64E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E50-1432-4FE3-B49C-8A04528B6EFC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31A2-936F-4415-B2A7-7A973F13EE44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FD456-933D-482B-A38F-44A2D1FBACCD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5F44-41B5-44CF-9451-A8CFAFD511C5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F398-5194-4922-94CC-66A368E58A46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A51E7-B80F-47BE-909C-C69C302A4ACA}" type="datetime5">
              <a:rPr lang="en-US" smtClean="0"/>
              <a:pPr/>
              <a:t>8-Aug-24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D6E878-1374-43BF-9C46-281CCE7F38C1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B0F85-54C5-4371-92E9-C441160297C0}" type="datetime5">
              <a:rPr lang="en-US" smtClean="0"/>
              <a:pPr/>
              <a:t>8-Aug-24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4985-C20B-43A0-A3C8-38EB8430E818}" type="datetime5">
              <a:rPr lang="en-US" smtClean="0"/>
              <a:pPr/>
              <a:t>8-Aug-24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7824" y="-2416"/>
            <a:ext cx="6108091" cy="1623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KONGU ENGINEERING COLLEGE</a:t>
            </a:r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PERUNDURAI ERODE-638060</a:t>
            </a:r>
          </a:p>
          <a:p>
            <a:pPr algn="ctr"/>
            <a:endParaRPr lang="en-US" sz="105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</a:t>
            </a:r>
            <a:r>
              <a:rPr lang="en-GB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NT OF COMPUTER TECHNOLOGY - PG</a:t>
            </a:r>
            <a:endParaRPr lang="en-US" sz="2400" b="1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00" y="2129973"/>
            <a:ext cx="8158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WEB TECHNOLOGY PROJECT</a:t>
            </a:r>
            <a:endParaRPr lang="en-US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2AFFD-8CB1-4416-B227-37B6A21D8984}"/>
              </a:ext>
            </a:extLst>
          </p:cNvPr>
          <p:cNvSpPr txBox="1"/>
          <p:nvPr/>
        </p:nvSpPr>
        <p:spPr>
          <a:xfrm>
            <a:off x="4467174" y="3153417"/>
            <a:ext cx="61080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NAME:  </a:t>
            </a:r>
            <a:r>
              <a:rPr lang="en-IN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Prasannakumar J M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ROLL NO: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22ISR034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TITLE: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MOBILE SHOP WEBSITE</a:t>
            </a:r>
          </a:p>
          <a:p>
            <a:endParaRPr lang="en-US" b="1" dirty="0">
              <a:solidFill>
                <a:srgbClr val="FF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289" y="3513794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association with:</a:t>
            </a:r>
            <a:endParaRPr lang="en-US" sz="1200" b="1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16" name="Picture 15" descr="F:\KEC\IIC\EMDC Logo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49" y="3922859"/>
            <a:ext cx="777151" cy="83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16"/>
            <a:ext cx="1259632" cy="1517856"/>
          </a:xfrm>
          <a:prstGeom prst="rect">
            <a:avLst/>
          </a:prstGeom>
        </p:spPr>
      </p:pic>
      <p:pic>
        <p:nvPicPr>
          <p:cNvPr id="18" name="Picture 17" descr="G:\TBI\TBI@KEC Logos\K Transform\6-5x4 product centre.jpg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01" y="1335590"/>
            <a:ext cx="1713898" cy="149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62000" y="85116"/>
            <a:ext cx="8229600" cy="1143000"/>
          </a:xfrm>
        </p:spPr>
        <p:txBody>
          <a:bodyPr/>
          <a:lstStyle/>
          <a:p>
            <a:pPr algn="ctr" eaLnBrk="1" hangingPunct="1"/>
            <a:r>
              <a:rPr lang="en-IN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2</a:t>
            </a:fld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1F147B-0741-B1F5-6FF9-FFE03F334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568" y="1412776"/>
            <a:ext cx="856895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The objective of the Mobile Shop Website project is to create an online platform that facilitates the sale and purchase of mobile phones and accessories.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000" dirty="0"/>
          </a:p>
          <a:p>
            <a:pPr>
              <a:spcBef>
                <a:spcPct val="0"/>
              </a:spcBef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 The website aims to provide users with a user-friendly interface, a comprehensive product catalog, secure payment options, and efficient customer service.</a:t>
            </a:r>
          </a:p>
          <a:p>
            <a:pPr>
              <a:spcBef>
                <a:spcPct val="0"/>
              </a:spcBef>
              <a:buSzTx/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spcBef>
                <a:spcPct val="0"/>
              </a:spcBef>
              <a:buSzTx/>
              <a:buFont typeface="Arial" panose="020B0604020202020204" pitchFamily="34" charset="0"/>
              <a:buChar char="•"/>
            </a:pPr>
            <a:r>
              <a:rPr lang="en-US" sz="2000" dirty="0"/>
              <a:t> The goal is to enhance the shopping experience by making it more convenient, transparent, and accessible.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9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AC75EFB-8B0A-E5DD-9372-CE10B9C0D33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776428" y="48384"/>
            <a:ext cx="8229600" cy="84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 eaLnBrk="1" hangingPunct="1"/>
            <a:r>
              <a:rPr lang="en-IN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kec2blackborder png.PNG">
            <a:extLst>
              <a:ext uri="{FF2B5EF4-FFF2-40B4-BE49-F238E27FC236}">
                <a16:creationId xmlns:a16="http://schemas.microsoft.com/office/drawing/2014/main" id="{F93DDF7A-3709-836F-13D1-7255CCCBD2B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0DC5658-EB61-97BC-A55F-509FB4260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568" y="1196752"/>
            <a:ext cx="8229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ct val="0"/>
              </a:spcBef>
              <a:buSzTx/>
              <a:buFont typeface="Arial" panose="020B0604020202020204" pitchFamily="34" charset="0"/>
              <a:buChar char="•"/>
            </a:pPr>
            <a:r>
              <a:rPr lang="en-US" altLang="en-US" b="1" dirty="0"/>
              <a:t>Supreme Mobiles </a:t>
            </a:r>
            <a:r>
              <a:rPr lang="en-US" altLang="en-US" dirty="0"/>
              <a:t>is a leading retailer specializing in the latest mobile phones and accessories, committed to delivering exceptional customer service and competitive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accessibility for customers who cannot visit physical stores.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detailed product information and customer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Inefficient customer service and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Difficulty in managing inventory and sales data for sellers.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49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22663" y="24130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IN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4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689CF37-6A0A-46BE-6477-1398A00E5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592" y="1556792"/>
            <a:ext cx="8087535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 platform for buying and selling mobile phones and accessories.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product descriptions, images, and customer reviews to help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informed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inventory management to ensure product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and multiple payment options, including credit/debit cards,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wallets,cash on delivery and net banking</a:t>
            </a:r>
          </a:p>
        </p:txBody>
      </p:sp>
    </p:spTree>
    <p:extLst>
      <p:ext uri="{BB962C8B-B14F-4D97-AF65-F5344CB8AC3E}">
        <p14:creationId xmlns:p14="http://schemas.microsoft.com/office/powerpoint/2010/main" val="265535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94519" y="18864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IN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C842EBB-16BF-45CC-8C0E-322995EC9A68}" type="slidenum">
              <a:rPr lang="en-US" altLang="en-US">
                <a:solidFill>
                  <a:srgbClr val="FFFFFF"/>
                </a:solidFill>
              </a:rPr>
              <a:pPr/>
              <a:t>5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8437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3FD898-FAF8-AADB-83A5-A2175AC8B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4509" y="1782395"/>
            <a:ext cx="820949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Mobile Shop Website will consist of the following main modules: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Home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About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Menu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Product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Gallery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Contact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Blogs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42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28328" y="497083"/>
            <a:ext cx="8229600" cy="652235"/>
          </a:xfrm>
        </p:spPr>
        <p:txBody>
          <a:bodyPr/>
          <a:lstStyle/>
          <a:p>
            <a:pPr algn="ctr" eaLnBrk="1" hangingPunct="1"/>
            <a:r>
              <a:rPr lang="en-IN" altLang="en-US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2582B8F-EDB6-4EB6-BECB-F4AE82629125}" type="slidenum">
              <a:rPr lang="en-US" altLang="en-US">
                <a:solidFill>
                  <a:srgbClr val="FFFFFF"/>
                </a:solidFill>
              </a:rPr>
              <a:pPr/>
              <a:t>6</a:t>
            </a:fld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72E22-64BF-E8E0-7E59-CF58317E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980728"/>
            <a:ext cx="8229600" cy="576064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 Home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1800" dirty="0"/>
              <a:t>The main landing page, providing an overview of what the website offers and directing users to different sections.</a:t>
            </a:r>
          </a:p>
          <a:p>
            <a:pPr marL="0" indent="0">
              <a:buNone/>
            </a:pPr>
            <a:r>
              <a:rPr lang="en-US" sz="1800" b="1" dirty="0"/>
              <a:t> About</a:t>
            </a:r>
          </a:p>
          <a:p>
            <a:pPr marL="0" indent="0">
              <a:buNone/>
            </a:pPr>
            <a:r>
              <a:rPr lang="en-US" sz="1800" dirty="0"/>
              <a:t> Information about the company, mission, vision, and team.</a:t>
            </a:r>
          </a:p>
          <a:p>
            <a:pPr marL="0" indent="0">
              <a:buNone/>
            </a:pPr>
            <a:r>
              <a:rPr lang="en-US" sz="1800" b="1" dirty="0"/>
              <a:t>Menu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1800" dirty="0"/>
              <a:t>Navigation options to different sections of the website.</a:t>
            </a:r>
          </a:p>
          <a:p>
            <a:pPr marL="0" indent="0">
              <a:buNone/>
            </a:pPr>
            <a:r>
              <a:rPr lang="en-US" sz="1800" b="1" dirty="0"/>
              <a:t>Product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1800" dirty="0"/>
              <a:t> Product listing, detailed descriptions, images, and customer reviews.</a:t>
            </a:r>
          </a:p>
          <a:p>
            <a:pPr marL="0" indent="0">
              <a:buNone/>
            </a:pPr>
            <a:r>
              <a:rPr lang="en-US" sz="1800" b="1" dirty="0"/>
              <a:t>Gallery</a:t>
            </a:r>
          </a:p>
          <a:p>
            <a:pPr marL="0" indent="0">
              <a:buNone/>
            </a:pPr>
            <a:r>
              <a:rPr lang="en-US" sz="1800" dirty="0"/>
              <a:t> Image gallery of products and events.</a:t>
            </a:r>
          </a:p>
          <a:p>
            <a:pPr marL="0" indent="0">
              <a:buNone/>
            </a:pPr>
            <a:r>
              <a:rPr lang="en-US" sz="1800" b="1" dirty="0"/>
              <a:t>Contact</a:t>
            </a:r>
          </a:p>
          <a:p>
            <a:pPr marL="0" indent="0">
              <a:buNone/>
            </a:pPr>
            <a:r>
              <a:rPr lang="en-US" sz="1800" dirty="0"/>
              <a:t> Contact form, company address, phone number, and email.</a:t>
            </a:r>
          </a:p>
          <a:p>
            <a:pPr marL="0" indent="0">
              <a:buNone/>
            </a:pPr>
            <a:r>
              <a:rPr lang="en-US" sz="1800" b="1" dirty="0"/>
              <a:t>Blogs</a:t>
            </a:r>
          </a:p>
          <a:p>
            <a:pPr marL="0" indent="0">
              <a:buNone/>
            </a:pPr>
            <a:r>
              <a:rPr lang="en-US" sz="1800" dirty="0"/>
              <a:t> Articles, news, updates, and tips related to mobile phones and technology.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808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8-Aug-24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10561</TotalTime>
  <Words>368</Words>
  <Application>Microsoft Office PowerPoint</Application>
  <PresentationFormat>On-screen Show (4:3)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Book Antiqua</vt:lpstr>
      <vt:lpstr>Calibri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Objective</vt:lpstr>
      <vt:lpstr>Existing System</vt:lpstr>
      <vt:lpstr>Proposed System</vt:lpstr>
      <vt:lpstr>Module</vt:lpstr>
      <vt:lpstr>Module Description</vt:lpstr>
      <vt:lpstr>PowerPoint Presentation</vt:lpstr>
    </vt:vector>
  </TitlesOfParts>
  <Company>KVITT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PRASANA KUMAR</cp:lastModifiedBy>
  <cp:revision>1423</cp:revision>
  <dcterms:created xsi:type="dcterms:W3CDTF">2013-12-25T07:56:38Z</dcterms:created>
  <dcterms:modified xsi:type="dcterms:W3CDTF">2024-08-08T07:38:46Z</dcterms:modified>
</cp:coreProperties>
</file>